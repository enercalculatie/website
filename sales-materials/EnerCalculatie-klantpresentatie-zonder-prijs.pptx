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gen2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548640"/>
            <a:ext cx="2560320" cy="47548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286000"/>
            <a:ext cx="10515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 slimste rekenhulp</a:t>
            </a:r>
            <a:endParaRPr lang="en-US" sz="44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installateurs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31520" y="429768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Offertes en adviesrapporten voor zonnepanelen, thuisbatterijen, warmtepompen, airco's en laadpalen — van energierekening tot rapport in minder dan 5 minuten.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31520" y="5943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Productpresentatie · [Naam klant] · [Datum]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gen2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01168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1920240"/>
            <a:ext cx="9601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Tarieven overtypen in Excel kost tijd en leidt snel tot rekenfouten</a:t>
            </a:r>
            <a:endParaRPr lang="en-US" sz="1800" dirty="0"/>
          </a:p>
          <a:p>
            <a:pPr marL="342900" indent="-342900">
              <a:lnSpc>
                <a:spcPct val="16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Regelgeving verandert continu: salderingsregeling (2027), btw-tarieven, ISDE-subsidie</a:t>
            </a:r>
            <a:endParaRPr lang="en-US" sz="1800" dirty="0"/>
          </a:p>
          <a:p>
            <a:pPr marL="342900" indent="-342900">
              <a:lnSpc>
                <a:spcPct val="16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Kennis over rekenmethodes blijft vaak bij één persoon hangen</a:t>
            </a:r>
            <a:endParaRPr lang="en-US" sz="1800" dirty="0"/>
          </a:p>
          <a:p>
            <a:pPr marL="342900" indent="-342900">
              <a:lnSpc>
                <a:spcPct val="16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externe adviseur inhuren is duur en kost doorlooptijd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www.enercalculatie.nl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gen2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01168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188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oplossing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210312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EnerCalculatie automatiseert het volledige offerte- en adviesproces — gevalideerd en deterministisch berekend, niet met een los Excel-bestand per medewerker.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3291840" cy="1280160"/>
          </a:xfrm>
          <a:prstGeom prst="rect">
            <a:avLst/>
          </a:prstGeom>
          <a:solidFill>
            <a:srgbClr val="0F1A2A"/>
          </a:solidFill>
          <a:ln/>
        </p:spPr>
        <p:txBody>
          <a:bodyPr wrap="square" lIns="152400" tIns="152400" rIns="152400" bIns="1524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rekenfouten door handmatig overtypen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023360" y="3657600"/>
            <a:ext cx="3291840" cy="1280160"/>
          </a:xfrm>
          <a:prstGeom prst="rect">
            <a:avLst/>
          </a:prstGeom>
          <a:solidFill>
            <a:srgbClr val="0F1A2A"/>
          </a:solidFill>
          <a:ln/>
        </p:spPr>
        <p:txBody>
          <a:bodyPr wrap="square" lIns="152400" tIns="152400" rIns="152400" bIns="1524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Altijd de actuele regelgeving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89520" y="3657600"/>
            <a:ext cx="3291840" cy="1280160"/>
          </a:xfrm>
          <a:prstGeom prst="rect">
            <a:avLst/>
          </a:prstGeom>
          <a:solidFill>
            <a:srgbClr val="0F1A2A"/>
          </a:solidFill>
          <a:ln/>
        </p:spPr>
        <p:txBody>
          <a:bodyPr wrap="square" lIns="152400" tIns="152400" rIns="152400" bIns="15240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Eén centraal rekenmodel voor het hele team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www.enercalculatie.nl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gen2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01168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 werkt het — in 3 stappen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8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31520" y="3108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 registreren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31520" y="37490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Adres invoeren — Kadaster-luchtfoto's en energieprofiel direct ingeladen.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233672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07992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8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4507992" y="3108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Energierekening uploaden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4507992" y="37490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Piek/daltarieven en gasverbruik automatisch uitgelezen uit de pdf.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010144" y="2011680"/>
            <a:ext cx="34747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84464" y="22860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8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284464" y="31089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Adviesrapport downloaden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284464" y="374904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Optimaal systeem berekend, professioneel rapport klaar voor de klant.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57200" y="5577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eerste woningopname tot getekende offerte — in minder dan 5 minuten.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www.enercalculatie.nl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gen2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01168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Eén rekenmodel, alle diensten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219456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9260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Zonnepanelen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724912" y="219456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24912" y="29260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Thuisbatterijen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992624" y="219456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992624" y="29260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Warmtepompen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260336" y="219456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260336" y="29260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Airco's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9528048" y="2194560"/>
            <a:ext cx="20574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28048" y="2926080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Laadpalen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7200" y="4572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Eén dossier, één rapport — ook bij gecombineerde projecten.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www.enercalculatie.nl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80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gen2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01168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7432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Tijd voor de demo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energierekening tot adviesrapport — live, op uw eigen pand.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gen2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01168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u zojuist zag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2011680"/>
            <a:ext cx="9601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7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Automatische documentherkenning van de energierekening</a:t>
            </a:r>
            <a:endParaRPr lang="en-US" sz="1700" dirty="0"/>
          </a:p>
          <a:p>
            <a:pPr marL="342900" indent="-342900">
              <a:lnSpc>
                <a:spcPct val="17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Kadaster-luchtfoto en energieprofiel direct ingeladen op adres</a:t>
            </a:r>
            <a:endParaRPr lang="en-US" sz="1700" dirty="0"/>
          </a:p>
          <a:p>
            <a:pPr marL="342900" indent="-342900">
              <a:lnSpc>
                <a:spcPct val="17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Rendementsberekening met actuele regelgeving (saldering, btw, ISDE)</a:t>
            </a:r>
            <a:endParaRPr lang="en-US" sz="1700" dirty="0"/>
          </a:p>
          <a:p>
            <a:pPr marL="342900" indent="-342900">
              <a:lnSpc>
                <a:spcPct val="17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Professioneel, deelbaar adviesrapport — klaar voor de klant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www.enercalculatie.nl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gen2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01168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Vertrouwen &amp; zekerheid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201168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286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AVG-compliant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288036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opgeslagen op Nederlandse servers, end-to-end versleuteld.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233672" y="201168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07992" y="2286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Gevalideerd rekenmodel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07992" y="288036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Zelfde invoer, zelfde uitkomst — transparante aannames in elk rapport.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010144" y="2011680"/>
            <a:ext cx="347472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84464" y="2286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8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Persoonlijke onboarding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84464" y="288036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Ondersteuning per e-mail (binnen 24u) en telefonisch vanaf Pro-pakket.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www.enercalculatie.nl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gen2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01168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Integraties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8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Beschikbaar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PDOK Kadaster — luchtfoto's en panddata, in alle pakketten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3200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Binnenkort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Online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Teamleader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AFAS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www.enercalculatie.nl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gen2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01168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0058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Pakketten op maat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196596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2240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283464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Zonnepanelen + thuisbatterij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233672" y="196596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07992" y="2148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MEEST GEKOZEN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507992" y="2514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507992" y="310896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uit Solo + warmtepomp + technische opname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010144" y="196596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84464" y="2240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284464" y="2834640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Alles uit Pro + airco + laadpaal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534924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Welk pakket het best bij uw bedrijf past, en wat de investering daarbij is, bespreken we graag in een vervolggesprek — op basis van uw aantal dossiers per maand.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www.enercalculatie.nl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gen2/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01168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188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u oplevert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219456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Minder tijd kwijt aan handmatig rekenwerk, minder rekenfouten, en een professioneel rapport waarmee u sneller een deal sluit.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457200" y="36576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Bereken uw eigen tijdsbesparing met de ROI-calculator op www.enercalculatie.nl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www.enercalculatie.nl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pptx-gen2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2011680" cy="37490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1887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stappen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457200" y="210312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7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bespreken graag welk pakket en welke investering bij uw bedrijf past</a:t>
            </a:r>
            <a:endParaRPr lang="en-US" sz="1800" dirty="0"/>
          </a:p>
          <a:p>
            <a:pPr marL="342900" indent="-342900">
              <a:lnSpc>
                <a:spcPct val="17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desgewenst een 14 dagen gratis proefperiode — geen verplichtingen</a:t>
            </a:r>
            <a:endParaRPr lang="en-US" sz="1800" dirty="0"/>
          </a:p>
          <a:p>
            <a:pPr marL="342900" indent="-342900">
              <a:lnSpc>
                <a:spcPct val="17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ontvangt vandaag een handout met alle details om na te lezen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57200" y="4389120"/>
            <a:ext cx="594360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45720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080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info@enercalculatie.nl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06 - 30 36 61 89
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www.enercalculatie.nl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www.enercalculatie.nl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2026-06-22T15:03:06Z</dcterms:created>
  <dcterms:modified xsi:type="dcterms:W3CDTF">2026-06-22T15:03:06Z</dcterms:modified>
</cp:coreProperties>
</file>