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2560320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2860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 slimste rekenhulp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installateurs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31520" y="429768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Offertes en adviesrapporten voor zonnepanelen, thuisbatterijen, warmtepompen, airco's en laadpalen — van energierekening tot rapport in minder dan 5 minuten.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Productpresentatie · [Naam klant] · [Datum]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920240"/>
            <a:ext cx="9601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Tarieven overtypen in Excel kost tijd en leidt snel tot rekenfouten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Regelgeving verandert continu: salderingsregeling (2027), btw-tarieven, ISDE-subsidie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over rekenmethodes blijft vaak bij één persoon hangen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externe adviseur inhuren is duur en kost doorlooptijd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oplossing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0312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EnerCalculatie automatiseert het volledige offerte- en adviesproces — gevalideerd en deterministisch berekend, niet met een los Excel-bestand per medewerker.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rekenfouten door handmatig overtypen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02336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Altijd de actuele regelgeving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centraal rekenmodel voor het hele team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 werkt het — in 3 stappen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 registreren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 invoeren — Kadaster-luchtfoto's en energieprofiel direct ingeladen.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33672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07992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4507992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Energierekening uploaden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507992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Piek/daltarieven en gasverbruik automatisch uitgelezen uit de pdf.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010144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84464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284464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Adviesrapport downloaden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284464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Optimaal systeem berekend, professioneel rapport klaar voor de klant.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7200" y="55778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eerste woningopname tot getekende offerte — in minder dan 5 minuten.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rekenmodel, alle diensten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Zonnepanelen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724912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24912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Thuisbatterijen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992624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92624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Warmtepompen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260336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60336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Airco's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9528048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528048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Laadpalen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57200" y="45720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dossier, één rapport — ook bij gecombineerde projecten.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80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Tijd voor de demo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3152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energierekening tot adviesrapport — live, op uw eigen pand.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u zojuist zag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011680"/>
            <a:ext cx="9601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 documentherkenning van de energierekening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Kadaster-luchtfoto en energieprofiel direct ingeladen op adres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Rendementsberekening met actuele regelgeving (saldering, btw, ISDE)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Professioneel, deelbaar adviesrapport — klaar voor de klant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Vertrouwen &amp; zekerheid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AVG-compliant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opgeslagen op Nederlandse servers, end-to-end versleuteld.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233672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07992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Gevalideerd rekenmodel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07992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Zelfde invoer, zelfde uitkomst — transparante aannames in elk rapport.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010144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84464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Persoonlijke onboarding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84464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Ondersteuning per e-mail (binnen 24u) en telefonisch vanaf Pro-pakket.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Integraties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Beschikbaar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2331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PDOK Kadaster — luchtfoto's en panddata, in alle pakketten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200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Binnenkort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Online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Teamleader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AFAS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Pakketten op maat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19659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31520" y="283464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Zonnepanelen + thuisbatterij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33672" y="19659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07992" y="21488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MEEST GEKOZEN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07992" y="2514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507992" y="31089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uit Solo + warmtepomp + technische opname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10144" y="19659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84464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84464" y="283464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uit Pro + airco + laadpaal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5349240"/>
            <a:ext cx="9784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Welk pakket het best bij uw bedrijf past, en wat de investering daarbij is, bespreken we graag in een vervolggesprek — op basis van uw aantal dossiers per maand.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u oplevert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9456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Minder tijd kwijt aan handmatig rekenwerk, minder rekenfouten, en een professioneel rapport waarmee u sneller een deal sluit.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uw eigen tijdsbesparing met de ROI-calculator op www.enercalculatie.nl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stappen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0312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bespreken graag welk pakket en welke investering bij uw bedrijf past</a:t>
            </a:r>
            <a:endParaRPr lang="en-US" sz="18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desgewenst een 30 dagen gratis proefperiode — geen verplichtingen</a:t>
            </a:r>
            <a:endParaRPr lang="en-US" sz="18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 ontvangt vandaag een handout met alle details om na te lezen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4389120"/>
            <a:ext cx="594360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57200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info@enercalculatie.nl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06 - 30 36 61 89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2026-06-22T19:01:52Z</dcterms:created>
  <dcterms:modified xsi:type="dcterms:W3CDTF">2026-06-22T19:01:52Z</dcterms:modified>
</cp:coreProperties>
</file>