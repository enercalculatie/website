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pptx-fix/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48640"/>
            <a:ext cx="2560320" cy="47548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2286000"/>
            <a:ext cx="105156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 slimste rekenhulp</a:t>
            </a:r>
            <a:endParaRPr lang="en-US" sz="44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installateurs</a:t>
            </a:r>
            <a:endParaRPr lang="en-US" sz="4400" dirty="0"/>
          </a:p>
        </p:txBody>
      </p:sp>
      <p:sp>
        <p:nvSpPr>
          <p:cNvPr id="4" name="Text 1"/>
          <p:cNvSpPr/>
          <p:nvPr/>
        </p:nvSpPr>
        <p:spPr>
          <a:xfrm>
            <a:off x="731520" y="4297680"/>
            <a:ext cx="8686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Offertes en adviesrapporten voor zonnepanelen, thuisbatterijen, warmtepompen, airco's en laadpalen — van energierekening tot rapport in minder dan 5 minuten.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731520" y="5943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Productpresentatie · [Naam klant] · [Datum]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pptx-fix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2011680" cy="3749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00584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57200" y="1920240"/>
            <a:ext cx="96012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6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Tarieven overtypen in Excel kost tijd en leidt snel tot rekenfouten</a:t>
            </a:r>
            <a:endParaRPr lang="en-US" sz="1800" dirty="0"/>
          </a:p>
          <a:p>
            <a:pPr marL="342900" indent="-342900">
              <a:lnSpc>
                <a:spcPct val="16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Regelgeving verandert continu: salderingsregeling (2027), btw-tarieven, ISDE-subsidie</a:t>
            </a:r>
            <a:endParaRPr lang="en-US" sz="1800" dirty="0"/>
          </a:p>
          <a:p>
            <a:pPr marL="342900" indent="-342900">
              <a:lnSpc>
                <a:spcPct val="16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Kennis over rekenmethodes blijft vaak bij één persoon hangen</a:t>
            </a:r>
            <a:endParaRPr lang="en-US" sz="1800" dirty="0"/>
          </a:p>
          <a:p>
            <a:pPr marL="342900" indent="-342900">
              <a:lnSpc>
                <a:spcPct val="16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externe adviseur inhuren is duur en kost doorlooptijd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www.enercalculatie.nl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pptx-fix/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2011680" cy="3749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18872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oplossing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57200" y="2103120"/>
            <a:ext cx="9601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EnerCalculatie automatiseert het volledige offerte- en adviesproces — gevalideerd en deterministisch berekend, niet met een los Excel-bestand per medewerker.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457200" y="3657600"/>
            <a:ext cx="3291840" cy="1280160"/>
          </a:xfrm>
          <a:prstGeom prst="rect">
            <a:avLst/>
          </a:prstGeom>
          <a:solidFill>
            <a:srgbClr val="0F1A2A"/>
          </a:solidFill>
          <a:ln/>
        </p:spPr>
        <p:txBody>
          <a:bodyPr wrap="square" lIns="152400" tIns="152400" rIns="152400" bIns="15240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rekenfouten door handmatig overtypen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4023360" y="3657600"/>
            <a:ext cx="3291840" cy="1280160"/>
          </a:xfrm>
          <a:prstGeom prst="rect">
            <a:avLst/>
          </a:prstGeom>
          <a:solidFill>
            <a:srgbClr val="0F1A2A"/>
          </a:solidFill>
          <a:ln/>
        </p:spPr>
        <p:txBody>
          <a:bodyPr wrap="square" lIns="152400" tIns="152400" rIns="152400" bIns="15240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Altijd de actuele regelgeving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589520" y="3657600"/>
            <a:ext cx="3291840" cy="1280160"/>
          </a:xfrm>
          <a:prstGeom prst="rect">
            <a:avLst/>
          </a:prstGeom>
          <a:solidFill>
            <a:srgbClr val="0F1A2A"/>
          </a:solidFill>
          <a:ln/>
        </p:spPr>
        <p:txBody>
          <a:bodyPr wrap="square" lIns="152400" tIns="152400" rIns="152400" bIns="15240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Eén centraal rekenmodel voor het hele team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www.enercalculatie.nl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pptx-fix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2011680" cy="3749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00584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 werkt het — in 3 stappen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457200" y="2011680"/>
            <a:ext cx="347472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31520" y="22860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80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731520" y="310896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Pand registreren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731520" y="3749040"/>
            <a:ext cx="3017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 invoeren — Kadaster-luchtfoto's en energieprofiel direct ingeladen.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233672" y="2011680"/>
            <a:ext cx="347472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07992" y="22860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80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4507992" y="310896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Energierekening uploaden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4507992" y="3749040"/>
            <a:ext cx="3017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Piek/daltarieven en gasverbruik automatisch uitgelezen uit de pdf.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8010144" y="2011680"/>
            <a:ext cx="347472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84464" y="22860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80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8284464" y="310896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Adviesrapport downloaden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8284464" y="3749040"/>
            <a:ext cx="3017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Optimaal systeem berekend, professioneel rapport klaar voor de klant.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457200" y="557784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eerste woningopname tot getekende offerte — in minder dan 5 minuten.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www.enercalculatie.nl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pptx-fix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2011680" cy="3749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00584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Eén rekenmodel, alle diensten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457200" y="2194560"/>
            <a:ext cx="2057400" cy="1828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2926080"/>
            <a:ext cx="2057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Zonnepanelen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2724912" y="2194560"/>
            <a:ext cx="2057400" cy="1828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2724912" y="2926080"/>
            <a:ext cx="2057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Thuisbatterijen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992624" y="2194560"/>
            <a:ext cx="2057400" cy="1828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992624" y="2926080"/>
            <a:ext cx="2057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Warmtepompen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260336" y="2194560"/>
            <a:ext cx="2057400" cy="1828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260336" y="2926080"/>
            <a:ext cx="2057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Airco's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9528048" y="2194560"/>
            <a:ext cx="2057400" cy="1828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528048" y="2926080"/>
            <a:ext cx="2057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Laadpalen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457200" y="457200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Eén dossier, één rapport — ook bij gecombineerde projecten.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www.enercalculatie.nl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805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pptx-fix/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2011680" cy="3749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274320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Tijd voor de demo</a:t>
            </a:r>
            <a:endParaRPr lang="en-US" sz="4400" dirty="0"/>
          </a:p>
        </p:txBody>
      </p:sp>
      <p:sp>
        <p:nvSpPr>
          <p:cNvPr id="4" name="Text 1"/>
          <p:cNvSpPr/>
          <p:nvPr/>
        </p:nvSpPr>
        <p:spPr>
          <a:xfrm>
            <a:off x="731520" y="3840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energierekening tot adviesrapport — live, op uw eigen pand.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pptx-fix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2011680" cy="3749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00584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u zojuist zag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57200" y="2011680"/>
            <a:ext cx="96012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70000"/>
              </a:lnSpc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Automatische documentherkenning van de energierekening</a:t>
            </a:r>
            <a:endParaRPr lang="en-US" sz="1700" dirty="0"/>
          </a:p>
          <a:p>
            <a:pPr marL="342900" indent="-342900">
              <a:lnSpc>
                <a:spcPct val="170000"/>
              </a:lnSpc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Kadaster-luchtfoto en energieprofiel direct ingeladen op adres</a:t>
            </a:r>
            <a:endParaRPr lang="en-US" sz="1700" dirty="0"/>
          </a:p>
          <a:p>
            <a:pPr marL="342900" indent="-342900">
              <a:lnSpc>
                <a:spcPct val="170000"/>
              </a:lnSpc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Rendementsberekening met actuele regelgeving (saldering, btw, ISDE)</a:t>
            </a:r>
            <a:endParaRPr lang="en-US" sz="1700" dirty="0"/>
          </a:p>
          <a:p>
            <a:pPr marL="342900" indent="-342900">
              <a:lnSpc>
                <a:spcPct val="170000"/>
              </a:lnSpc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Professioneel, deelbaar adviesrapport — klaar voor de klant</a:t>
            </a:r>
            <a:endParaRPr lang="en-US" sz="1700" dirty="0"/>
          </a:p>
        </p:txBody>
      </p:sp>
      <p:sp>
        <p:nvSpPr>
          <p:cNvPr id="5" name="Text 2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www.enercalculatie.nl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pptx-fix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2011680" cy="3749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00584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Vertrouwen &amp; zekerheid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457200" y="2011680"/>
            <a:ext cx="347472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31520" y="228600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80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AVG-compliant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731520" y="2880360"/>
            <a:ext cx="30175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opgeslagen op Nederlandse servers, end-to-end versleuteld.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4233672" y="2011680"/>
            <a:ext cx="347472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507992" y="228600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80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Gevalideerd rekenmodel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4507992" y="2880360"/>
            <a:ext cx="30175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Zelfde invoer, zelfde uitkomst — transparante aannames in elk rapport.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8010144" y="2011680"/>
            <a:ext cx="347472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84464" y="228600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80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Persoonlijke onboarding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84464" y="2880360"/>
            <a:ext cx="30175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Ondersteuning per e-mail (binnen 24u) en telefonisch vanaf Pro-pakket.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www.enercalculatie.nl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pptx-fix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2011680" cy="3749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00584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Integraties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57200" y="19202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80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Beschikbaar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57200" y="2331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PDOK Kadaster — luchtfoto's en panddata, in alle pakketten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457200" y="32004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Binnenkort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36118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Exact Online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457200" y="4069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Teamleader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457200" y="4526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AFAS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www.enercalculatie.nl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pptx-fix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2011680" cy="3749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00584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Pakketten &amp; prijzen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457200" y="1965960"/>
            <a:ext cx="3474720" cy="365760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31520" y="224028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731520" y="274320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80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€ 99 /mnd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731520" y="3337560"/>
            <a:ext cx="3017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Zonnepanelen + thuisbatterij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233672" y="1965960"/>
            <a:ext cx="3474720" cy="3657600"/>
          </a:xfrm>
          <a:prstGeom prst="roundRect">
            <a:avLst>
              <a:gd name="adj" fmla="val 2105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07992" y="214884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A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MEEST GEKOZEN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507992" y="251460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4507992" y="30175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A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€ 179 /mnd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4507992" y="3611880"/>
            <a:ext cx="3017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uit Solo + warmtepomp + technische opname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010144" y="1965960"/>
            <a:ext cx="3474720" cy="365760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84464" y="224028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8284464" y="274320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80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€ 299 /mnd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8284464" y="3337560"/>
            <a:ext cx="3017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uit Pro + airco + laadpaal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457200" y="585216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 pakketten: 30 dagen gratis proefperiode, maandelijks opzegbaar, prijzen excl. btw.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www.enercalculatie.nl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pptx-fix/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2011680" cy="3749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18872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u oplevert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57200" y="2194560"/>
            <a:ext cx="9601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Bij 10 dossiers per maand verdient u de abonnementskosten vaak al in de eerste week terug ten opzichte van handmatig rekenwerk.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457200" y="365760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Bereken uw eigen tijdsbesparing met de ROI-calculator op www.enercalculatie.nl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www.enercalculatie.nl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pptx-fix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2011680" cy="3749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18872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stappen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57200" y="2103120"/>
            <a:ext cx="9601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7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een 30 dagen gratis proefperiode — geen verplichtingen</a:t>
            </a:r>
            <a:endParaRPr lang="en-US" sz="1800" dirty="0"/>
          </a:p>
          <a:p>
            <a:pPr marL="342900" indent="-342900">
              <a:lnSpc>
                <a:spcPct val="17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Persoonlijke onboarding bij de start</a:t>
            </a:r>
            <a:endParaRPr lang="en-US" sz="1800" dirty="0"/>
          </a:p>
          <a:p>
            <a:pPr marL="342900" indent="-342900">
              <a:lnSpc>
                <a:spcPct val="17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 ontvangt vandaag een handout met alle details om na te lezen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457200" y="4389120"/>
            <a:ext cx="5943600" cy="146304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4572000"/>
            <a:ext cx="5486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0080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info@enercalculatie.nl
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06 - 30 36 61 89
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www.enercalculatie.nl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www.enercalculatie.nl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2026-06-22T19:00:26Z</dcterms:created>
  <dcterms:modified xsi:type="dcterms:W3CDTF">2026-06-22T19:00:26Z</dcterms:modified>
</cp:coreProperties>
</file>